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lKriNrWxhPjcjJMSaV9eCvkrF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ctrTitle"/>
          </p:nvPr>
        </p:nvSpPr>
        <p:spPr>
          <a:xfrm>
            <a:off x="914400" y="1340768"/>
            <a:ext cx="10363200" cy="273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ubTitle" idx="1"/>
          </p:nvPr>
        </p:nvSpPr>
        <p:spPr>
          <a:xfrm>
            <a:off x="1828800" y="419668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680"/>
              <a:buNone/>
              <a:defRPr sz="2800">
                <a:solidFill>
                  <a:srgbClr val="0C0C0C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19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dt" idx="10"/>
          </p:nvPr>
        </p:nvSpPr>
        <p:spPr>
          <a:xfrm>
            <a:off x="8688626" y="6309321"/>
            <a:ext cx="1584383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🞐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>
  <p:cSld name="章節標題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1"/>
          </p:nvPr>
        </p:nvSpPr>
        <p:spPr>
          <a:xfrm>
            <a:off x="831960" y="4589465"/>
            <a:ext cx="1051696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960" y="1709739"/>
            <a:ext cx="10516969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609601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◻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🞐"/>
              <a:defRPr sz="2400"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◻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🞐"/>
              <a:defRPr sz="2400"/>
            </a:lvl2pPr>
            <a:lvl3pPr marL="1371600" lvl="2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◻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🞐"/>
              <a:defRPr sz="2000"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◻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🞐"/>
              <a:defRPr sz="2000"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spcBef>
                <a:spcPts val="640"/>
              </a:spcBef>
              <a:spcAft>
                <a:spcPts val="0"/>
              </a:spcAft>
              <a:buSzPts val="1920"/>
              <a:buChar char="◻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🞐"/>
              <a:defRPr sz="2800"/>
            </a:lvl2pPr>
            <a:lvl3pPr marL="1371600" lvl="2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609601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51206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🞐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🞐"/>
              <a:defRPr/>
            </a:lvl2pPr>
            <a:lvl3pPr marL="1371600" lvl="2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 amt="26000"/>
          </a:blip>
          <a:tile tx="0" ty="0" sx="100000" sy="100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rgbClr val="E36C09"/>
              </a:buClr>
              <a:buSzPts val="1920"/>
              <a:buFont typeface="Noto Sans Symbols"/>
              <a:buChar char="◻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rgbClr val="538CD5"/>
              </a:buClr>
              <a:buSzPts val="1960"/>
              <a:buFont typeface="Noto Sans Symbols"/>
              <a:buChar char="🞐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480"/>
              </a:spcBef>
              <a:spcAft>
                <a:spcPts val="0"/>
              </a:spcAft>
              <a:buClr>
                <a:srgbClr val="E36C09"/>
              </a:buClr>
              <a:buSzPts val="18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rgbClr val="974806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400"/>
              </a:spcBef>
              <a:spcAft>
                <a:spcPts val="0"/>
              </a:spcAft>
              <a:buClr>
                <a:srgbClr val="76923C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8688626" y="6309320"/>
            <a:ext cx="1584383" cy="439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sldNum" idx="12"/>
          </p:nvPr>
        </p:nvSpPr>
        <p:spPr>
          <a:xfrm>
            <a:off x="10273008" y="6356353"/>
            <a:ext cx="13093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" name="Google Shape;10;p24"/>
          <p:cNvCxnSpPr/>
          <p:nvPr/>
        </p:nvCxnSpPr>
        <p:spPr>
          <a:xfrm flipH="1">
            <a:off x="11859217" y="1105989"/>
            <a:ext cx="36692" cy="5195671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4"/>
          <p:cNvCxnSpPr/>
          <p:nvPr/>
        </p:nvCxnSpPr>
        <p:spPr>
          <a:xfrm>
            <a:off x="323894" y="355599"/>
            <a:ext cx="10020256" cy="4765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2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27371" y="64885"/>
            <a:ext cx="2203668" cy="9335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914400" y="1340768"/>
            <a:ext cx="10363200" cy="273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通訊網路實驗</a:t>
            </a:r>
            <a:br>
              <a:rPr lang="en-US"/>
            </a:br>
            <a:br>
              <a:rPr lang="en-US" sz="3600"/>
            </a:br>
            <a:r>
              <a:rPr lang="en-US" sz="3600" b="0">
                <a:solidFill>
                  <a:srgbClr val="C00000"/>
                </a:solidFill>
              </a:rPr>
              <a:t>Android &amp; Python Programming</a:t>
            </a:r>
            <a:br>
              <a:rPr lang="en-US" sz="3600" b="0">
                <a:solidFill>
                  <a:srgbClr val="C00000"/>
                </a:solidFill>
              </a:rPr>
            </a:br>
            <a:r>
              <a:rPr lang="en-US" sz="3600" b="0">
                <a:solidFill>
                  <a:srgbClr val="C00000"/>
                </a:solidFill>
              </a:rPr>
              <a:t>Android Studio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828800" y="419668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US">
                <a:solidFill>
                  <a:srgbClr val="0070C0"/>
                </a:solidFill>
              </a:rPr>
              <a:t>Dept. of Electrical and Computer Engineering (ECE)</a:t>
            </a:r>
            <a:endParaRPr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lang="en-US" b="1">
                <a:solidFill>
                  <a:srgbClr val="0070C0"/>
                </a:solidFill>
              </a:rPr>
              <a:t>National Yang Ming Chiao Tung University</a:t>
            </a:r>
            <a:endParaRPr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評分標準 &amp; 注意事項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出席   30%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Demo 30%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結報   40%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e3上有學習單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檔名：</a:t>
            </a:r>
            <a:r>
              <a:rPr lang="en-US">
                <a:solidFill>
                  <a:srgbClr val="FF0000"/>
                </a:solidFill>
              </a:rPr>
              <a:t>學號_姓名_Labx.pdf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交</a:t>
            </a:r>
            <a:r>
              <a:rPr lang="en-US">
                <a:solidFill>
                  <a:srgbClr val="FF0000"/>
                </a:solidFill>
              </a:rPr>
              <a:t>pdf</a:t>
            </a:r>
            <a:r>
              <a:rPr lang="en-US"/>
              <a:t>到對應的資料夾中 (期限一週)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課程大綱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Android Studio Intent &amp; Bundle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Android Studio 猜數字小程式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Demo項目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Q1: 換頁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Q2: 猜數字小程式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Q3: Intent&amp;Bundle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Q1、Q2、Q3皆寫在同一個專案內，開專案時language記得選Java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Intent(意圖)</a:t>
            </a:r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在activity之間轉換時使用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可以用來傳遞資料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使用.putExtra()加入資料到intent內，getIntent()接收intent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主要在傳值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Bundle</a:t>
            </a: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在不同activity之間傳遞資料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需要Intent協助才能完成資料傳遞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使用.putExtras(bundle)傳送bundle，.getExtras()接收bundle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可以傳遞複數種資料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主要在傳資料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傳String的資料時要用 .putString(   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傳Int的資料時要用  .putInt(   )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假設從頁面A傳遞到B，再傳遞到C </a:t>
            </a:r>
            <a:r>
              <a:rPr lang="en-US" sz="4000"/>
              <a:t>(Intent)</a:t>
            </a:r>
            <a:endParaRPr sz="4000"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757" y="1628800"/>
            <a:ext cx="8678486" cy="5068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3119" y="2051415"/>
            <a:ext cx="2958227" cy="107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5480" y="4016277"/>
            <a:ext cx="4867954" cy="81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3434" y="4016275"/>
            <a:ext cx="3567912" cy="819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0277" y="5366831"/>
            <a:ext cx="2901069" cy="126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5480" y="2051415"/>
            <a:ext cx="5477639" cy="106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5480" y="5366832"/>
            <a:ext cx="5534797" cy="126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23376" y="2673959"/>
            <a:ext cx="424119" cy="181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5300"/>
              <a:t>假設從頁面A傳遞到B，再傳遞到C </a:t>
            </a:r>
            <a:r>
              <a:rPr lang="en-US" sz="4400"/>
              <a:t>(Bundle)</a:t>
            </a:r>
            <a:endParaRPr sz="4400"/>
          </a:p>
        </p:txBody>
      </p:sp>
      <p:pic>
        <p:nvPicPr>
          <p:cNvPr id="134" name="Google Shape;134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66944" y="3645648"/>
            <a:ext cx="3658111" cy="65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6283" y="1628800"/>
            <a:ext cx="8659433" cy="503942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8164038" y="6566113"/>
            <a:ext cx="40279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https://www.gushiciku.cn/pl/2Ryo/zh-tw</a:t>
            </a: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75526" y="2130804"/>
            <a:ext cx="5984958" cy="147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60485" y="2130803"/>
            <a:ext cx="2455989" cy="1476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9547" y="4092949"/>
            <a:ext cx="3658111" cy="65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15697" y="4092949"/>
            <a:ext cx="4800777" cy="657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59547" y="5222887"/>
            <a:ext cx="5229955" cy="130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89502" y="5222887"/>
            <a:ext cx="3226972" cy="130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29936" y="5498920"/>
            <a:ext cx="5001323" cy="20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556948" y="2368921"/>
            <a:ext cx="5060255" cy="209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96556" y="5678267"/>
            <a:ext cx="2257740" cy="228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11941" y="4297305"/>
            <a:ext cx="3553321" cy="22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68D068-1EB1-8426-54EB-CB42C6B4F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225"/>
            <a:ext cx="6697142" cy="5357713"/>
          </a:xfrm>
          <a:prstGeom prst="rect">
            <a:avLst/>
          </a:prstGeom>
        </p:spPr>
      </p:pic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建立一個空的activity</a:t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204503" y="2142292"/>
            <a:ext cx="561405" cy="19180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6987" y="1795288"/>
            <a:ext cx="640067" cy="19180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77990" y="2142292"/>
            <a:ext cx="1866810" cy="19180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912060" y="3600393"/>
            <a:ext cx="1727621" cy="17225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639681" y="4322151"/>
            <a:ext cx="1144354" cy="19184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434563" y="1873090"/>
            <a:ext cx="5410416" cy="3889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11274542" y="5541511"/>
            <a:ext cx="539288" cy="2343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846639" y="4927889"/>
            <a:ext cx="3735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所有的Name都可以自行變更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/>
              <a:t>Q1</a:t>
            </a:r>
            <a:endParaRPr sz="6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title"/>
          </p:nvPr>
        </p:nvSpPr>
        <p:spPr>
          <a:xfrm>
            <a:off x="609600" y="56969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Q1</a:t>
            </a: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body" idx="1"/>
          </p:nvPr>
        </p:nvSpPr>
        <p:spPr>
          <a:xfrm>
            <a:off x="609600" y="179524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先設計出App一打開時顯示的主頁面，然後繼續做換頁設定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步驟：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開啟一個空的新專案</a:t>
            </a: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在xml裡面(如右圖)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新增兩個EditText，一個輸入學號，另一個輸入名字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新增一個Button用來轉到下一個activity</a:t>
            </a:r>
            <a:endParaRPr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l="1221" t="5608" r="53619" b="13517"/>
          <a:stretch/>
        </p:blipFill>
        <p:spPr>
          <a:xfrm>
            <a:off x="8868138" y="2489429"/>
            <a:ext cx="2496148" cy="379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609600" y="57668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Q1</a:t>
            </a:r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body" idx="1"/>
          </p:nvPr>
        </p:nvSpPr>
        <p:spPr>
          <a:xfrm>
            <a:off x="609600" y="1721798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在MainActivity.java中依序做下列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宣告EditText、Button等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使用findViewById連結xml中的元件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藉由.setOnClickListener函數完成按下button後需要做的動作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接著建立一個空的activity，建好之後先不用動他</a:t>
            </a: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3777" y="3428999"/>
            <a:ext cx="5440046" cy="392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Q1</a:t>
            </a: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接上頁，在MainActivity.java中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放在.setOnClickListener裡面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Intent intent = new Intent();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intent.setClass(MainActivity.this, MainActivity2.class);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Bundle bundle = new Bundle();</a:t>
            </a:r>
            <a:endParaRPr/>
          </a:p>
          <a:p>
            <a:pPr marL="914400" lvl="2" indent="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/>
              <a:t>    bundle.putString(“變數名稱”, 變數的內容);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intent.putExtras(bundle);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startActivity(intent);</a:t>
            </a:r>
            <a:endParaRPr/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8391" y="4555266"/>
            <a:ext cx="6154009" cy="221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4055" y="5743866"/>
            <a:ext cx="2800741" cy="219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/>
              <a:t>Q2</a:t>
            </a:r>
            <a:endParaRPr sz="6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Q2</a:t>
            </a: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猜數字小程式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規則：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在1~50裡面猜一個數字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猜測數字後會得到新的提示(紅框框內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lang="en-US"/>
              <a:t>顯示的文字)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每猜一次猜測次數+1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猜對後顯示猜對且會有最佳紀錄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按下重新開始後可以進行下一輪遊戲</a:t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5018" y="1132515"/>
            <a:ext cx="3445828" cy="549904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/>
          <p:nvPr/>
        </p:nvSpPr>
        <p:spPr>
          <a:xfrm>
            <a:off x="9085276" y="2835479"/>
            <a:ext cx="1107347" cy="32717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Q2</a:t>
            </a:r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將Q2的程式放在第二個activity中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Hint: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在Activity_main2.xml中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新增一個EditText，用來輸入猜測的數字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新增一個Button用來送出猜測的數字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新增三個TextView用來記錄提示、猜測次數、最佳紀錄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新增一個Button用於重新開始遊戲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lang="en-US"/>
              <a:t>(如前頁圖示)</a:t>
            </a: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Q2</a:t>
            </a:r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在MainActivity2.java中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宣告EditText、Button、TextView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宣告變數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藉由findViewById連結xml中的元件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設定randNum=(int) (Math.random() * 50 + 1);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按下”送出”按鈕後的判斷式(見下頁)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設定按下”重新開始”按鈕的功能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lang="en-US"/>
              <a:t>e.g.重新選擇randNum、min/max和提示改為初始值、猜測次數歸零</a:t>
            </a: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1711" y="2791796"/>
            <a:ext cx="2362530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Q2</a:t>
            </a:r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Hint: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按下”送出”按鈕後的判斷式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457200" lvl="1" indent="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  <a:p>
            <a:pPr marL="742950" lvl="1" indent="-16129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/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024" y="1711351"/>
            <a:ext cx="5934903" cy="4944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/>
              <a:t>Q3</a:t>
            </a:r>
            <a:endParaRPr sz="6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接收bundle的資料</a:t>
            </a:r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Bundle bundle = this.getIntent().getExtras();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lang="en-US"/>
              <a:t>    String “變數名稱” = (String)bundle.getString(“在bundle內的變數名稱”);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接收上個activity的資料傳遞時，要放在onCreate 後才可以 不然還沒初始化就接收app會閃退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7937" y="1711351"/>
            <a:ext cx="5557541" cy="146134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3162649" y="2610635"/>
            <a:ext cx="5025006" cy="56206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Q3</a:t>
            </a:r>
            <a:endParaRPr/>
          </a:p>
        </p:txBody>
      </p:sp>
      <p:sp>
        <p:nvSpPr>
          <p:cNvPr id="241" name="Google Shape;241;p21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在剛剛Q2                                   的下面接收Q1傳送的資料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在剛剛Q2的介面，新增一個Button用來轉到下一個activity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步驟：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宣告新的Button、findViewById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新建立一個空的activity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  <p:pic>
        <p:nvPicPr>
          <p:cNvPr id="242" name="Google Shape;242;p21"/>
          <p:cNvPicPr preferRelativeResize="0"/>
          <p:nvPr/>
        </p:nvPicPr>
        <p:blipFill rotWithShape="1">
          <a:blip r:embed="rId3">
            <a:alphaModFix/>
          </a:blip>
          <a:srcRect t="3573" r="4460" b="15457"/>
          <a:stretch/>
        </p:blipFill>
        <p:spPr>
          <a:xfrm>
            <a:off x="8089782" y="2899216"/>
            <a:ext cx="2706849" cy="377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7692" y="1783674"/>
            <a:ext cx="3153215" cy="4477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9672506" y="2899216"/>
            <a:ext cx="968767" cy="421159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Q3</a:t>
            </a:r>
            <a:endParaRPr/>
          </a:p>
        </p:txBody>
      </p:sp>
      <p:sp>
        <p:nvSpPr>
          <p:cNvPr id="250" name="Google Shape;250;p22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在MainActivity2.java中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剛剛新設置的button的setOnClickListener裡面要把Q1的學號、姓名以及Q2得到的最佳紀錄一起傳到新的activity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SzPts val="1960"/>
              <a:buChar char="🞐"/>
            </a:pPr>
            <a:r>
              <a:rPr lang="en-US"/>
              <a:t>Hint:要傳數字可以用bundle.putInt(“變數名稱”, 變數的內容);</a:t>
            </a:r>
            <a:endParaRPr/>
          </a:p>
          <a:p>
            <a:pPr marL="342900" lvl="0" indent="-220980" algn="l" rtl="0">
              <a:spcBef>
                <a:spcPts val="640"/>
              </a:spcBef>
              <a:spcAft>
                <a:spcPts val="0"/>
              </a:spcAft>
              <a:buSzPts val="192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>
            <a:spLocks noGrp="1"/>
          </p:cNvSpPr>
          <p:nvPr>
            <p:ph type="title"/>
          </p:nvPr>
        </p:nvSpPr>
        <p:spPr>
          <a:xfrm>
            <a:off x="609600" y="485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/>
              <a:t>Q3</a:t>
            </a:r>
            <a:endParaRPr/>
          </a:p>
        </p:txBody>
      </p:sp>
      <p:sp>
        <p:nvSpPr>
          <p:cNvPr id="256" name="Google Shape;256;p23"/>
          <p:cNvSpPr txBox="1">
            <a:spLocks noGrp="1"/>
          </p:cNvSpPr>
          <p:nvPr>
            <p:ph type="body" idx="1"/>
          </p:nvPr>
        </p:nvSpPr>
        <p:spPr>
          <a:xfrm>
            <a:off x="609600" y="171135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1920"/>
              <a:buChar char="◻"/>
            </a:pPr>
            <a:r>
              <a:rPr lang="en-US"/>
              <a:t>加入back button，在按下之後回到主頁面</a:t>
            </a:r>
            <a:endParaRPr/>
          </a:p>
        </p:txBody>
      </p:sp>
      <p:pic>
        <p:nvPicPr>
          <p:cNvPr id="257" name="Google Shape;25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5449" y="1190249"/>
            <a:ext cx="2876951" cy="5391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可能遇到的問題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76" y="1511560"/>
            <a:ext cx="10347648" cy="279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2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解決方法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0020" indent="0">
              <a:buNone/>
            </a:pPr>
            <a:r>
              <a:rPr lang="en-US" altLang="zh-TW" dirty="0"/>
              <a:t>(1)</a:t>
            </a:r>
            <a:r>
              <a:rPr lang="zh-TW" altLang="en-US" dirty="0"/>
              <a:t>在</a:t>
            </a:r>
            <a:r>
              <a:rPr lang="en-US" altLang="zh-TW" dirty="0"/>
              <a:t>AndroidManifest.xml</a:t>
            </a:r>
            <a:r>
              <a:rPr lang="zh-TW" altLang="en-US" dirty="0"/>
              <a:t>中，將</a:t>
            </a:r>
            <a:r>
              <a:rPr lang="en-US" altLang="zh-TW" dirty="0" err="1"/>
              <a:t>targetApi</a:t>
            </a:r>
            <a:r>
              <a:rPr lang="zh-TW" altLang="en-US" dirty="0"/>
              <a:t>改成</a:t>
            </a:r>
            <a:r>
              <a:rPr lang="en-US" altLang="zh-TW" dirty="0"/>
              <a:t>34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7" y="2359612"/>
            <a:ext cx="6104626" cy="431205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5B8CD2A-F2F2-41E7-9E91-DA5974306802}"/>
              </a:ext>
            </a:extLst>
          </p:cNvPr>
          <p:cNvSpPr/>
          <p:nvPr/>
        </p:nvSpPr>
        <p:spPr>
          <a:xfrm>
            <a:off x="3200400" y="5067973"/>
            <a:ext cx="298580" cy="2504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512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29682" y="1039547"/>
            <a:ext cx="10972800" cy="4525963"/>
          </a:xfrm>
        </p:spPr>
        <p:txBody>
          <a:bodyPr/>
          <a:lstStyle/>
          <a:p>
            <a:r>
              <a:rPr lang="en-US" altLang="zh-TW" dirty="0"/>
              <a:t>(2)</a:t>
            </a:r>
            <a:r>
              <a:rPr lang="zh-TW" altLang="zh-TW" dirty="0"/>
              <a:t>將</a:t>
            </a:r>
            <a:r>
              <a:rPr lang="en-US" altLang="zh-TW" dirty="0" err="1"/>
              <a:t>build.gradle.kts</a:t>
            </a:r>
            <a:r>
              <a:rPr lang="en-US" altLang="zh-TW" dirty="0"/>
              <a:t>(:app)</a:t>
            </a:r>
            <a:r>
              <a:rPr lang="zh-TW" altLang="zh-TW" dirty="0"/>
              <a:t>中的</a:t>
            </a:r>
            <a:r>
              <a:rPr lang="en-US" altLang="zh-TW" dirty="0" err="1"/>
              <a:t>compileSdk</a:t>
            </a:r>
            <a:r>
              <a:rPr lang="zh-TW" altLang="zh-TW" dirty="0"/>
              <a:t>跟</a:t>
            </a:r>
            <a:r>
              <a:rPr lang="en-US" altLang="zh-TW" dirty="0" err="1"/>
              <a:t>targetSdk</a:t>
            </a:r>
            <a:r>
              <a:rPr lang="zh-TW" altLang="zh-TW" dirty="0"/>
              <a:t>改成</a:t>
            </a:r>
            <a:r>
              <a:rPr lang="en-US" altLang="zh-TW" dirty="0"/>
              <a:t>34</a:t>
            </a:r>
            <a:endParaRPr lang="zh-TW" altLang="en-US" dirty="0"/>
          </a:p>
        </p:txBody>
      </p:sp>
      <p:pic>
        <p:nvPicPr>
          <p:cNvPr id="4" name="圖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82" y="1666914"/>
            <a:ext cx="3233988" cy="377729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5B8CD2A-F2F2-41E7-9E91-DA5974306802}"/>
              </a:ext>
            </a:extLst>
          </p:cNvPr>
          <p:cNvSpPr/>
          <p:nvPr/>
        </p:nvSpPr>
        <p:spPr>
          <a:xfrm>
            <a:off x="861526" y="3681523"/>
            <a:ext cx="1943100" cy="1854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  <p:pic>
        <p:nvPicPr>
          <p:cNvPr id="6" name="圖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75" y="1666914"/>
            <a:ext cx="6445543" cy="501380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5B8CD2A-F2F2-41E7-9E91-DA5974306802}"/>
              </a:ext>
            </a:extLst>
          </p:cNvPr>
          <p:cNvSpPr/>
          <p:nvPr/>
        </p:nvSpPr>
        <p:spPr>
          <a:xfrm>
            <a:off x="5028707" y="2967777"/>
            <a:ext cx="223520" cy="1428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B8CD2A-F2F2-41E7-9E91-DA5974306802}"/>
              </a:ext>
            </a:extLst>
          </p:cNvPr>
          <p:cNvSpPr/>
          <p:nvPr/>
        </p:nvSpPr>
        <p:spPr>
          <a:xfrm>
            <a:off x="5192537" y="3745639"/>
            <a:ext cx="223520" cy="1428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447564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545</Words>
  <Application>Microsoft Office PowerPoint</Application>
  <PresentationFormat>寬螢幕</PresentationFormat>
  <Paragraphs>125</Paragraphs>
  <Slides>26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0" baseType="lpstr">
      <vt:lpstr>Noto Sans Symbols</vt:lpstr>
      <vt:lpstr>Arial</vt:lpstr>
      <vt:lpstr>Calibri</vt:lpstr>
      <vt:lpstr>佈景主題1</vt:lpstr>
      <vt:lpstr>通訊網路實驗  Android &amp; Python Programming Android Studio</vt:lpstr>
      <vt:lpstr>評分標準 &amp; 注意事項</vt:lpstr>
      <vt:lpstr>課程大綱</vt:lpstr>
      <vt:lpstr>Demo項目</vt:lpstr>
      <vt:lpstr>Intent(意圖)</vt:lpstr>
      <vt:lpstr>Bundle</vt:lpstr>
      <vt:lpstr>假設從頁面A傳遞到B，再傳遞到C (Intent)</vt:lpstr>
      <vt:lpstr>假設從頁面A傳遞到B，再傳遞到C (Bundle)</vt:lpstr>
      <vt:lpstr>建立一個空的activity</vt:lpstr>
      <vt:lpstr>Q1</vt:lpstr>
      <vt:lpstr>Q1</vt:lpstr>
      <vt:lpstr>Q1</vt:lpstr>
      <vt:lpstr>Q1</vt:lpstr>
      <vt:lpstr>Q2</vt:lpstr>
      <vt:lpstr>Q2</vt:lpstr>
      <vt:lpstr>Q2</vt:lpstr>
      <vt:lpstr>Q2</vt:lpstr>
      <vt:lpstr>Q2</vt:lpstr>
      <vt:lpstr>Q3</vt:lpstr>
      <vt:lpstr>接收bundle的資料</vt:lpstr>
      <vt:lpstr>Q3</vt:lpstr>
      <vt:lpstr>Q3</vt:lpstr>
      <vt:lpstr>Q3</vt:lpstr>
      <vt:lpstr>可能遇到的問題</vt:lpstr>
      <vt:lpstr>解決方法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通訊網路實驗  Android &amp; Python Programming Android Studio</dc:title>
  <dc:creator>HY</dc:creator>
  <cp:lastModifiedBy>浚睿 徐</cp:lastModifiedBy>
  <cp:revision>2</cp:revision>
  <dcterms:created xsi:type="dcterms:W3CDTF">2021-06-28T08:33:56Z</dcterms:created>
  <dcterms:modified xsi:type="dcterms:W3CDTF">2025-09-02T06:48:44Z</dcterms:modified>
</cp:coreProperties>
</file>